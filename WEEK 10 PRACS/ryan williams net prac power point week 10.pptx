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9F5B-C43A-FB79-3D3D-4516DB396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0A391-2604-A807-41BE-3AAEA85E3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96DFA-9453-8E1A-0D99-E26F0745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2139C-EF87-42A8-8B8C-928CAC50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38E23-0005-FF57-A048-575B5015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688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44D0-CB59-8618-94FB-6250442A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5612-9AB9-E352-221C-0246FBBFB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5260A-E4A3-A7C6-83D1-E96F6FFA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6762-A677-179B-6C78-EC958ED3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1CD77-246E-A58B-BFDD-642521AC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695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320E-9422-6F17-BD98-4808F430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DA580-F6E6-804E-DA99-2F7E3FA9F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D6C96-4E1C-ED60-0486-29EFDCDE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AA718-9442-2784-F2A3-9F0F74A5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46828-4CEA-094A-63EC-2FC7CDB4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356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FFC7-FC0D-7F70-278F-7B36BEBD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765B-E431-4B29-BBE7-2E3922433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A57C8-EE81-50FF-837C-928009CB5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81327-BF31-ACCA-7FE9-D3DCB7FB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11CC4-A1AD-53C9-494E-174A3962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11057-2CD8-015F-8592-A6BD77B2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62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0D5C-029F-FD6A-8CFC-E74D8B90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8FF9-47A8-4F30-3216-884202647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40C79-9834-9030-2250-702174144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98A24-7F13-DF1C-7854-F6CCC0531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D6433-97B9-FBED-A526-F382E3B46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A2753-9C5E-3361-098E-D00285BC8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5C287-4AAB-EB0D-A758-4998AF03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22E4A-6B11-B452-E1E0-F62670FC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078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161A-5816-F43D-58AF-174B8BF3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3DFEC7-1A95-ECEB-0960-B481885E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3DD59-81FF-5147-2653-F0240660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AEE92-3444-B627-6E48-86DB466E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304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7AEE2-C2B1-527A-3B85-D6396E17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F18CE-DEA0-99EE-C45E-9CB0BA60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D2BDC-2EBB-E6B0-9B18-5689490C3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87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817-EC8D-5D01-663F-993783060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0DA1-3738-B58A-1984-FEC79E675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BB64D-2504-F8B7-58DD-2B4289AA2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203A5-611F-DA0C-94C6-0D7965A2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9A18E-C99B-263E-DCA2-5985A9C9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83DB0-DBCA-EBE7-13B6-A76DF866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764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05B1-BD85-0329-BBC3-66A546AF3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C83007-8B0C-B2A9-AA44-BD75440A2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E4EB5-2B64-E31D-E9A7-1AEEB8F95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971FF-B677-7E2D-74A4-DA05563F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10AEA-9FF4-BD91-A437-4EB50431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45DFD-1D16-E0A7-32E4-91F97335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115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8867-B577-C884-6894-0144DE87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FB87A-E69C-B6B3-AE6D-BAC186BB6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CED3B-429A-7FD8-619F-16CA7037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79935-47D6-8AB3-FE4D-D5EF6043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19D49-66B3-2E15-B157-05189C5F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63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5E20A-D78E-C5CC-19E3-EADA8D2AD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17A83-0539-BA90-A672-EC52E5680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5D045-125D-7A3E-B1D0-F99C169DB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A2C78-83DF-C23C-9082-CF94951E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2D3A-82D8-23B1-AA10-BBAE25F50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346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39043-2303-27F7-BAA7-97E547B56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544BE-0A0C-BC61-398E-A49B6D21F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0EAE0-57FD-F1E7-4FF9-BA17FD903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A5AC4-B70E-46C9-B682-A447234010C6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F0AE-0159-596C-7804-9E98AFCF3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82B15-10EF-9C93-4B1B-DFEE1D883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AD4C2-B52A-4F5D-92A6-2569FDBCB8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604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4BDB1-A31E-A4EF-5FDA-4AF26BD6F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9" y="637762"/>
            <a:ext cx="2899568" cy="5576770"/>
          </a:xfrm>
        </p:spPr>
        <p:txBody>
          <a:bodyPr anchor="ctr">
            <a:normAutofit/>
          </a:bodyPr>
          <a:lstStyle/>
          <a:p>
            <a:pPr algn="l"/>
            <a:r>
              <a:rPr lang="en-ZA" sz="4800">
                <a:solidFill>
                  <a:schemeClr val="bg1"/>
                </a:solidFill>
              </a:rPr>
              <a:t>Net731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A2980-1985-2D33-25B9-20DEA21AB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4775" y="637762"/>
            <a:ext cx="5600580" cy="5576770"/>
          </a:xfrm>
        </p:spPr>
        <p:txBody>
          <a:bodyPr anchor="ctr">
            <a:normAutofit/>
          </a:bodyPr>
          <a:lstStyle/>
          <a:p>
            <a:pPr algn="l"/>
            <a:r>
              <a:rPr lang="en-ZA" sz="3200"/>
              <a:t>Prac</a:t>
            </a:r>
          </a:p>
          <a:p>
            <a:pPr algn="l"/>
            <a:r>
              <a:rPr lang="en-ZA" sz="3200"/>
              <a:t>Ryan Williams </a:t>
            </a:r>
          </a:p>
          <a:p>
            <a:pPr algn="l"/>
            <a:r>
              <a:rPr lang="en-ZA" sz="3200"/>
              <a:t>20241177</a:t>
            </a:r>
          </a:p>
        </p:txBody>
      </p:sp>
    </p:spTree>
    <p:extLst>
      <p:ext uri="{BB962C8B-B14F-4D97-AF65-F5344CB8AC3E}">
        <p14:creationId xmlns:p14="http://schemas.microsoft.com/office/powerpoint/2010/main" val="337027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21B86-86F3-2369-9FFC-5827C084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9" y="637762"/>
            <a:ext cx="289956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overview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6387-8A12-7E62-A970-71648D7DA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775" y="637762"/>
            <a:ext cx="560058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created a secure azure cloud envirmoent with networking monitoring and with cost management </a:t>
            </a:r>
          </a:p>
        </p:txBody>
      </p:sp>
    </p:spTree>
    <p:extLst>
      <p:ext uri="{BB962C8B-B14F-4D97-AF65-F5344CB8AC3E}">
        <p14:creationId xmlns:p14="http://schemas.microsoft.com/office/powerpoint/2010/main" val="105828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CE61E-1D3C-0D9C-57E4-4A03571D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9CAB85-726D-ABDD-8C09-86CBF8687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274963"/>
            <a:ext cx="6780700" cy="43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8001-D2ED-92D3-5018-58EB233219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Key technical terms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7612D-C01F-A536-30F1-A4247FD31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err="1"/>
              <a:t>i</a:t>
            </a:r>
            <a:r>
              <a:rPr lang="en-ZA" dirty="0"/>
              <a:t> used b1s </a:t>
            </a:r>
            <a:r>
              <a:rPr lang="en-ZA" dirty="0" err="1"/>
              <a:t>vm</a:t>
            </a:r>
            <a:r>
              <a:rPr lang="en-ZA" dirty="0"/>
              <a:t> to reduce the cost of the cm running</a:t>
            </a:r>
          </a:p>
          <a:p>
            <a:r>
              <a:rPr lang="en-ZA" dirty="0"/>
              <a:t>Used </a:t>
            </a:r>
            <a:r>
              <a:rPr lang="en-ZA" dirty="0" err="1"/>
              <a:t>nsg</a:t>
            </a:r>
            <a:r>
              <a:rPr lang="en-ZA" dirty="0"/>
              <a:t> for security </a:t>
            </a:r>
          </a:p>
          <a:p>
            <a:r>
              <a:rPr lang="en-ZA" dirty="0"/>
              <a:t>And we configured a azure monitor </a:t>
            </a:r>
          </a:p>
        </p:txBody>
      </p:sp>
    </p:spTree>
    <p:extLst>
      <p:ext uri="{BB962C8B-B14F-4D97-AF65-F5344CB8AC3E}">
        <p14:creationId xmlns:p14="http://schemas.microsoft.com/office/powerpoint/2010/main" val="278622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DD6B-0368-DB4F-04B8-F0AE152BA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Security and monitoring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6F254-60DE-D1AD-A1B0-5D398FD9C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62930"/>
          </a:xfrm>
        </p:spPr>
        <p:txBody>
          <a:bodyPr>
            <a:normAutofit/>
          </a:bodyPr>
          <a:lstStyle/>
          <a:p>
            <a:r>
              <a:rPr lang="en-ZA" dirty="0" err="1"/>
              <a:t>Nsg</a:t>
            </a:r>
            <a:r>
              <a:rPr lang="en-ZA" dirty="0"/>
              <a:t> rules is a firewall which filters in and outbound traffic for your resources </a:t>
            </a:r>
          </a:p>
          <a:p>
            <a:r>
              <a:rPr lang="en-ZA" dirty="0" err="1"/>
              <a:t>Rbac</a:t>
            </a:r>
            <a:r>
              <a:rPr lang="en-ZA" dirty="0"/>
              <a:t> is a authorization system which gives you </a:t>
            </a:r>
            <a:r>
              <a:rPr lang="en-ZA" dirty="0" err="1"/>
              <a:t>presices</a:t>
            </a:r>
            <a:r>
              <a:rPr lang="en-ZA" dirty="0"/>
              <a:t> access </a:t>
            </a:r>
            <a:r>
              <a:rPr lang="en-ZA" dirty="0" err="1"/>
              <a:t>manemenet</a:t>
            </a:r>
            <a:r>
              <a:rPr lang="en-ZA" dirty="0"/>
              <a:t> to the cloud </a:t>
            </a:r>
          </a:p>
          <a:p>
            <a:r>
              <a:rPr lang="en-ZA" dirty="0"/>
              <a:t>Log analytics is a tool used to edit run and </a:t>
            </a:r>
            <a:r>
              <a:rPr lang="en-ZA" dirty="0" err="1"/>
              <a:t>viulse</a:t>
            </a:r>
            <a:r>
              <a:rPr lang="en-ZA" dirty="0"/>
              <a:t> log queries </a:t>
            </a:r>
          </a:p>
          <a:p>
            <a:r>
              <a:rPr lang="en-ZA" dirty="0"/>
              <a:t>Alerts lets you know when </a:t>
            </a:r>
            <a:r>
              <a:rPr lang="en-ZA" dirty="0" err="1"/>
              <a:t>importanted</a:t>
            </a:r>
            <a:r>
              <a:rPr lang="en-ZA" dirty="0"/>
              <a:t> conditions are found in your data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5357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4490-DEA0-5867-17D3-1624531AE5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Cost management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CFDFB-1502-2218-06FB-9A0357444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/>
              <a:t>Budget alerts is a automatic notification that checks cloud spending </a:t>
            </a:r>
          </a:p>
          <a:p>
            <a:r>
              <a:rPr lang="en-ZA" dirty="0" err="1"/>
              <a:t>Vm</a:t>
            </a:r>
            <a:r>
              <a:rPr lang="en-ZA" dirty="0"/>
              <a:t> resizing updates the </a:t>
            </a:r>
            <a:r>
              <a:rPr lang="en-ZA" dirty="0" err="1"/>
              <a:t>vm</a:t>
            </a:r>
            <a:r>
              <a:rPr lang="en-ZA" dirty="0"/>
              <a:t> to better the performance or to scale down the cost </a:t>
            </a:r>
          </a:p>
          <a:p>
            <a:r>
              <a:rPr lang="en-ZA" dirty="0"/>
              <a:t>Monthly projected spend helps you track and control your spend within your resources </a:t>
            </a:r>
          </a:p>
        </p:txBody>
      </p:sp>
    </p:spTree>
    <p:extLst>
      <p:ext uri="{BB962C8B-B14F-4D97-AF65-F5344CB8AC3E}">
        <p14:creationId xmlns:p14="http://schemas.microsoft.com/office/powerpoint/2010/main" val="5649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2810-5103-A279-83C5-A133BBD415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Challenges and </a:t>
            </a:r>
            <a:r>
              <a:rPr lang="en-ZA" dirty="0" err="1"/>
              <a:t>soloutions</a:t>
            </a:r>
            <a:r>
              <a:rPr lang="en-ZA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6B311-70AE-A104-EA23-5015816AF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err="1"/>
              <a:t>Vm</a:t>
            </a:r>
            <a:r>
              <a:rPr lang="en-ZA" dirty="0"/>
              <a:t> issues connection timed out I had to create a new inbound rule </a:t>
            </a:r>
          </a:p>
          <a:p>
            <a:r>
              <a:rPr lang="en-ZA" dirty="0"/>
              <a:t>Budget  concern idling within the </a:t>
            </a:r>
            <a:r>
              <a:rPr lang="en-ZA" dirty="0" err="1"/>
              <a:t>vm</a:t>
            </a:r>
            <a:r>
              <a:rPr lang="en-ZA" dirty="0"/>
              <a:t> I just configuring azure to automatically shutdown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2166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288A-5BC0-8CCB-333F-CA877EB6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Lesseson</a:t>
            </a:r>
            <a:r>
              <a:rPr lang="en-ZA" dirty="0"/>
              <a:t> learned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D094-FA3E-3333-7363-85E2AA609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Azure cost management azure is very flexible</a:t>
            </a:r>
          </a:p>
          <a:p>
            <a:pPr marL="0" indent="0">
              <a:buNone/>
            </a:pPr>
            <a:r>
              <a:rPr lang="en-ZA" dirty="0"/>
              <a:t>Cloud security if configured correctly its very safe </a:t>
            </a:r>
          </a:p>
          <a:p>
            <a:pPr marL="0" indent="0">
              <a:buNone/>
            </a:pP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926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5E00-1BDA-9A6C-16D9-4C9ACE55A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Conclusion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55869-24E3-13FD-DF29-F7460037B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What we </a:t>
            </a:r>
            <a:r>
              <a:rPr lang="en-ZA" dirty="0" err="1"/>
              <a:t>achived</a:t>
            </a:r>
            <a:r>
              <a:rPr lang="en-ZA" dirty="0"/>
              <a:t> we </a:t>
            </a:r>
            <a:r>
              <a:rPr lang="en-ZA" dirty="0" err="1"/>
              <a:t>creared</a:t>
            </a:r>
            <a:r>
              <a:rPr lang="en-ZA" dirty="0"/>
              <a:t> a azure account and subscription  configured ad created </a:t>
            </a:r>
            <a:r>
              <a:rPr lang="en-ZA" dirty="0" err="1"/>
              <a:t>vns</a:t>
            </a:r>
            <a:r>
              <a:rPr lang="en-ZA" dirty="0"/>
              <a:t> created </a:t>
            </a:r>
            <a:r>
              <a:rPr lang="en-ZA" dirty="0" err="1"/>
              <a:t>nsgs</a:t>
            </a:r>
            <a:r>
              <a:rPr lang="en-ZA" dirty="0"/>
              <a:t> created azure storage accounts configured </a:t>
            </a:r>
            <a:r>
              <a:rPr lang="en-ZA" dirty="0" err="1"/>
              <a:t>azur</a:t>
            </a:r>
            <a:r>
              <a:rPr lang="en-ZA" dirty="0"/>
              <a:t> monitor created and configured azure </a:t>
            </a:r>
            <a:r>
              <a:rPr lang="en-ZA" dirty="0" err="1"/>
              <a:t>vms</a:t>
            </a:r>
            <a:r>
              <a:rPr lang="en-ZA" dirty="0"/>
              <a:t>  </a:t>
            </a:r>
            <a:r>
              <a:rPr lang="en-ZA"/>
              <a:t>configured azure budgets and alerts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74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224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Net731 </vt:lpstr>
      <vt:lpstr>Project overview </vt:lpstr>
      <vt:lpstr>diagram</vt:lpstr>
      <vt:lpstr>Key technical terms</vt:lpstr>
      <vt:lpstr>Security and monitoring </vt:lpstr>
      <vt:lpstr>Cost management </vt:lpstr>
      <vt:lpstr>Challenges and soloutions </vt:lpstr>
      <vt:lpstr>Lesseson learned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Williams</dc:creator>
  <cp:lastModifiedBy>Ryan Williams</cp:lastModifiedBy>
  <cp:revision>2</cp:revision>
  <dcterms:created xsi:type="dcterms:W3CDTF">2026-05-15T07:36:21Z</dcterms:created>
  <dcterms:modified xsi:type="dcterms:W3CDTF">2026-05-15T09:18:28Z</dcterms:modified>
</cp:coreProperties>
</file>